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开场：自我介绍，说明今天议程（约 2 分钟）。</a:t>
            </a:r>
          </a:p>
          <a:p>
            <a:r>
              <a:t>强调：先听需求，再给方案。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痛点页：复述客户上周提到的三个问题——投屏泄露备注、双屏不稳、飞书只共享窗口。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方案页：演示悬浮备注窗；提醒对方「请共享 WPS 窗口，不要共享整个桌面」。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收尾：确认下一步试用时间，留下联系方式。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示例第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示例第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示例第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示例第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